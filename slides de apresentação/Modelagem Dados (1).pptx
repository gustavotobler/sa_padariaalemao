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FF429-A13C-CCB9-6DAF-F0BC78911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F13479-EF24-27CD-0814-637326B71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0DE8EA-53B1-1D3C-3105-BBB7C46A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737093-008E-578B-343D-90E7A672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E99719-B35A-9573-F72E-ED26471E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21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75319-EFAC-CFBD-9A05-AED9E42C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8ABF0F-3138-05BD-85CC-A137FE03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D5F0B6-513E-0E2C-3EA9-B65B4757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B1280E-E889-BFF9-81FE-D896459D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DC1CDB-3CBC-D1B4-7787-61603830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48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08435-7574-481C-6F29-3D3BA1AE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813881-590E-F9C6-C96E-A11D0806E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43F13B-EDB3-08DE-FABD-6FC941CD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173977-98D8-5502-3609-C86452E8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46DC0D-5216-25FC-E090-CA8B842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84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63B6F-5DFA-B4F1-D095-38C7504A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7C7B54-22AB-0F14-3C40-A6058BC07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7C7D9F-3569-4DBE-750D-8D337EC6B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58C1E8-37A1-6381-9377-2E0F3AD7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D54C10-55DF-846C-A7D5-628D64BB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D2A03D-2A17-DEA0-CA72-8BD7C8ED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916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DF3AA-444F-530C-3697-5ACA3627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3F1FB0-7BEE-B35A-76E3-FA4C52577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29765A-114A-40B6-21E2-FD8D8D00D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7CA203-A9DD-9D58-1EFD-E0F751345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6C40C20-60C4-D01F-CF28-5C27D80EC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13C59C4-694A-9FA9-CC9D-C3D95C51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A02D4E-1CF7-AAF8-537E-FDFCBC2E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8ED195-8BA1-1973-466B-D9101697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805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FA354-18A8-29EF-6F62-0724CF16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883835-FBAF-E02E-36AB-B235BA98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61B41C-D384-3356-8852-25BE3944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9DFE09-0F0D-F2E1-ECEE-AA866F52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37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D3F10EE-A923-5EB1-F5AD-89416068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85BBB0-5430-8FD8-6AE4-2F47D529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6EB334-6E33-1CFA-A893-6152E986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2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5EC49-E873-C938-C147-226FEACC4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9CC1E9-FFCF-AA30-6D19-8DE5D2048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E98DF4-CC23-D295-4D52-6A7997A0E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4797F9-D93A-03D1-DB5E-306600F4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7844E1-96F2-168E-8940-092049EF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44080B-1C6A-8AA1-5BB2-DB40A667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79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6967B-1341-5FAD-D28D-E28EE5EB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A65E01-69B2-11A5-339D-1EE64FD36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0D0940-D84F-71AB-0CBE-DF9986D51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06312A-27E3-B8B5-9AF5-F9F5B7B2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618DEF-56F0-3E3C-77CF-45B5155E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C3C69F-2682-4E80-ACB0-B099555C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97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A098E-74C8-9671-29BD-864E405C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1E3F52-9577-A805-73FB-A2174E57A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D69CE-4B31-C48B-6629-440BF78B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D5752-7CB4-F13C-7CD9-365FF6D0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409E99-256B-F0EF-EB2B-7CF44E4B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85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BD9549-91CC-957A-80F5-32EC6233A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B035B4-24F3-05E7-5699-D13313DF7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4477A5-26D1-7FB0-649E-B64DC6FF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31E1F9-FE5C-53EB-0F04-81869195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A563F8-AD22-05DC-02D1-171D1616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93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6588AE2-1DD6-9BCA-D6CA-3BACDFF6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A87621-E2AF-C91A-411D-17BAFC8AB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77A4C1-4A5C-DCDF-978E-5CC22D159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2C58E-1D24-4EA4-BD48-627E666C23AD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EA940B-0B4B-25B7-9761-2B0A7F2F1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18A7F-6C7E-1FB6-3E47-146E2F7AB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10744-D964-4935-842D-BA7C04BE31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7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246E7-23C7-408F-2570-EC1342CEE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764" y="2258291"/>
            <a:ext cx="9144000" cy="933018"/>
          </a:xfrm>
        </p:spPr>
        <p:txBody>
          <a:bodyPr/>
          <a:lstStyle/>
          <a:p>
            <a:r>
              <a:rPr lang="pt-BR" dirty="0"/>
              <a:t>Modelagem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607E2D-D5E4-A900-89D3-77017A340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764" y="5070620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Matheus Rodrigues</a:t>
            </a:r>
          </a:p>
          <a:p>
            <a:r>
              <a:rPr lang="pt-BR" dirty="0"/>
              <a:t>Ian Lucas Borba</a:t>
            </a:r>
          </a:p>
          <a:p>
            <a:r>
              <a:rPr lang="pt-BR" dirty="0"/>
              <a:t>João </a:t>
            </a:r>
            <a:r>
              <a:rPr lang="pt-BR" dirty="0" err="1"/>
              <a:t>Varaldo</a:t>
            </a:r>
            <a:endParaRPr lang="pt-BR" dirty="0"/>
          </a:p>
          <a:p>
            <a:r>
              <a:rPr lang="pt-BR" dirty="0"/>
              <a:t>Gustavo </a:t>
            </a:r>
            <a:r>
              <a:rPr lang="pt-BR" dirty="0" err="1"/>
              <a:t>Tobler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541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18BC2-72A0-EE2C-BC6A-7116C5CF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582" y="268143"/>
            <a:ext cx="10515600" cy="1325563"/>
          </a:xfrm>
        </p:spPr>
        <p:txBody>
          <a:bodyPr/>
          <a:lstStyle/>
          <a:p>
            <a:r>
              <a:rPr lang="pt-BR" dirty="0"/>
              <a:t>Introdução ao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1F27CE-5AAB-5B7A-4914-C4340DCF8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Nosso sistema envolve a automatização de uma padaria, promovendo melhorias como, o acesso aos produtos, vendas e outros que o compõem, como funcionários e fornecedores(opções que apenas o usuário admin pode visualizar).</a:t>
            </a:r>
          </a:p>
          <a:p>
            <a:r>
              <a:rPr lang="pt-BR" dirty="0"/>
              <a:t>Com este projeto, pode-se manejar com facilidade os relatórios mensais, e semanais de vendas, possibilitando o controle dos produtos presentes em estoque.</a:t>
            </a:r>
          </a:p>
        </p:txBody>
      </p:sp>
    </p:spTree>
    <p:extLst>
      <p:ext uri="{BB962C8B-B14F-4D97-AF65-F5344CB8AC3E}">
        <p14:creationId xmlns:p14="http://schemas.microsoft.com/office/powerpoint/2010/main" val="292145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3BF25-78A3-CC40-2801-38BFD15B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991" y="309707"/>
            <a:ext cx="5618018" cy="1325563"/>
          </a:xfrm>
        </p:spPr>
        <p:txBody>
          <a:bodyPr/>
          <a:lstStyle/>
          <a:p>
            <a:r>
              <a:rPr lang="pt-BR" dirty="0"/>
              <a:t>REGRAS DE NEGÓCIO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88302F-FE9B-E7DA-D503-7C9944F55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555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3200" b="1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RN01 –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pt-BR" sz="3200" b="1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Relatório de vendas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: O sistema pode identificar padrões de compra, como os produtos mais vendidos em determinados períodos.</a:t>
            </a:r>
            <a:endParaRPr lang="pt-BR" sz="3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pt-BR" sz="3200" b="1" i="0" u="none" strike="noStrike" dirty="0">
              <a:solidFill>
                <a:srgbClr val="001D35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pt-BR" sz="3200" b="1" i="0" u="none" strike="noStrike" dirty="0">
              <a:solidFill>
                <a:srgbClr val="001D35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3200" b="1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RN04 – Baixa no Estoque: 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Vendas reduzem estoque em tempo real. Alerta é gerado se atingir nível crítico, garantindo reposição e disponibilidade.</a:t>
            </a:r>
            <a:endParaRPr lang="pt-BR" sz="3200" b="0" dirty="0">
              <a:effectLst/>
            </a:endParaRPr>
          </a:p>
          <a:p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EBBEC9-2BE8-B5F0-7BD5-793DF8C95A02}"/>
              </a:ext>
            </a:extLst>
          </p:cNvPr>
          <p:cNvSpPr txBox="1"/>
          <p:nvPr/>
        </p:nvSpPr>
        <p:spPr>
          <a:xfrm>
            <a:off x="2407234" y="1597525"/>
            <a:ext cx="73775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REQUISITOS ÑÃO FUNCIONAIS</a:t>
            </a:r>
          </a:p>
        </p:txBody>
      </p:sp>
    </p:spTree>
    <p:extLst>
      <p:ext uri="{BB962C8B-B14F-4D97-AF65-F5344CB8AC3E}">
        <p14:creationId xmlns:p14="http://schemas.microsoft.com/office/powerpoint/2010/main" val="234253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9496F-FC00-D3C6-3375-009AA166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REQUISITOS FUNCIONAIS</a:t>
            </a:r>
            <a:endParaRPr lang="pt-BR" sz="40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272BD-D976-2613-1B6E-114D58BEE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3200" b="1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R.F. 01 -Cadastro de usuários(funcionários): 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 Quando algum funcionário é contratado, o gerente fica responsável por fazer o cadastro de usuário deste funcionário, para que futuramente ele tenha acesso ao sistema.</a:t>
            </a:r>
            <a:endParaRPr lang="pt-BR" sz="3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3200" b="1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Dados Necessários: 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Para realizar o cadastro de um cliente é necessário o nome, data de nascimento, endereço, telefone, </a:t>
            </a:r>
            <a:r>
              <a:rPr lang="pt-BR" sz="3200" b="0" i="0" u="none" strike="noStrik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cpf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e </a:t>
            </a:r>
            <a:r>
              <a:rPr lang="pt-BR" sz="3200" b="0" i="0" u="none" strike="noStrike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email</a:t>
            </a:r>
            <a:r>
              <a:rPr lang="pt-BR" sz="3200" b="0" i="0" u="none" strike="noStrike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(opcional).</a:t>
            </a:r>
            <a:endParaRPr lang="pt-BR" sz="3200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549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Modelagem Dados</vt:lpstr>
      <vt:lpstr>Introdução ao Sistema</vt:lpstr>
      <vt:lpstr>REGRAS DE NEGÓCIO </vt:lpstr>
      <vt:lpstr>REQUISITOS FUNCIONAIS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LUCAS BORBA</dc:creator>
  <cp:lastModifiedBy>IAN LUCAS BORBA</cp:lastModifiedBy>
  <cp:revision>1</cp:revision>
  <dcterms:created xsi:type="dcterms:W3CDTF">2025-05-22T19:54:40Z</dcterms:created>
  <dcterms:modified xsi:type="dcterms:W3CDTF">2025-05-22T19:54:44Z</dcterms:modified>
</cp:coreProperties>
</file>