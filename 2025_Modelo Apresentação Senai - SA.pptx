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5"/>
  </p:notesMasterIdLst>
  <p:sldIdLst>
    <p:sldId id="256" r:id="rId5"/>
    <p:sldId id="561" r:id="rId6"/>
    <p:sldId id="562" r:id="rId7"/>
    <p:sldId id="552" r:id="rId8"/>
    <p:sldId id="557" r:id="rId9"/>
    <p:sldId id="558" r:id="rId10"/>
    <p:sldId id="554" r:id="rId11"/>
    <p:sldId id="559" r:id="rId12"/>
    <p:sldId id="560" r:id="rId13"/>
    <p:sldId id="548" r:id="rId14"/>
  </p:sldIdLst>
  <p:sldSz cx="12192000" cy="6858000"/>
  <p:notesSz cx="6858000" cy="9144000"/>
  <p:embeddedFontLst>
    <p:embeddedFont>
      <p:font typeface="Aharoni" panose="02010803020104030203" pitchFamily="2" charset="-79"/>
      <p:bold r:id="rId16"/>
    </p:embeddedFont>
    <p:embeddedFont>
      <p:font typeface="Arial Black" panose="020B0A04020102020204" pitchFamily="34" charset="0"/>
      <p:bold r:id="rId17"/>
    </p:embeddedFont>
    <p:embeddedFont>
      <p:font typeface="Branding Black" panose="00000A00000000000000" charset="0"/>
      <p:bold r:id="rId18"/>
    </p:embeddedFont>
    <p:embeddedFont>
      <p:font typeface="Verdana" panose="020B0604030504040204" pitchFamily="34" charset="0"/>
      <p:regular r:id="rId19"/>
      <p:bold r:id="rId20"/>
      <p:italic r:id="rId21"/>
      <p:boldItalic r:id="rId22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FF"/>
    <a:srgbClr val="3333FF"/>
    <a:srgbClr val="E7428F"/>
    <a:srgbClr val="005CA8"/>
    <a:srgbClr val="14233C"/>
    <a:srgbClr val="00FF99"/>
    <a:srgbClr val="0000CC"/>
    <a:srgbClr val="14143C"/>
    <a:srgbClr val="FFFFFF"/>
    <a:srgbClr val="0635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FF21AD-6F4F-41F7-8CB9-ADFA948295D1}" v="40" dt="2022-12-21T03:13:55.6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3969" autoAdjust="0"/>
  </p:normalViewPr>
  <p:slideViewPr>
    <p:cSldViewPr snapToGrid="0">
      <p:cViewPr varScale="1">
        <p:scale>
          <a:sx n="69" d="100"/>
          <a:sy n="69" d="100"/>
        </p:scale>
        <p:origin x="738" y="102"/>
      </p:cViewPr>
      <p:guideLst/>
    </p:cSldViewPr>
  </p:slideViewPr>
  <p:notesTextViewPr>
    <p:cViewPr>
      <p:scale>
        <a:sx n="300" d="100"/>
        <a:sy n="3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3.fntdata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font" Target="fonts/font6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2.fntdata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font" Target="fonts/font4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7.fntdata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1E9325-8DA9-46CE-96CB-F32884D73040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BF7F27-17E6-486A-807B-6CDDD6006C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9828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BF7F27-17E6-486A-807B-6CDDD6006C12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69425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BF7F27-17E6-486A-807B-6CDDD6006C12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65285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E62BDF-55A3-4359-BA31-FE5A870783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66755FA-CE4D-4C1E-A2DB-8B523A4388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7436673-EAD0-4ECD-9F10-0439BB841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C2FC3D2-526E-4C2B-865F-3445215C1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D8C97B-E882-4DD1-9D4A-082710D85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407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62B4F5-F576-4336-AB2C-79756B59E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9EB364-8B5D-498F-AA08-28AC6DDFA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4C703B3-D1A9-4247-A00F-3B2728F6F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F5DB94-B547-4728-AC1C-E53065D2B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2EA2F54-2E27-4953-BACE-AE13B0E2F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3223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EB7F82-3D00-4F26-8981-57D79D7C9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3A372C0-6A2C-432B-9089-477965669D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444E79C-E377-4DA2-809C-2DD480494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ECC8312-30D6-40A6-AE5E-22D0D1534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2D5530-B4A4-4B7E-BE04-F268B7573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75515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1EAA91-972E-43AD-935B-FF3C50D59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E24CBC-A609-407D-B2EB-20429A723C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0E39730-187A-4DC3-A51D-7C0C7F01D2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C1C629C-E5A5-4A51-A963-0D3CDD8AF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3A29704-CF6F-4C1C-8121-F60577AAF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04E341-3670-4B07-93A9-D98AC0BDB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89480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165CFC-6AAC-40F7-A918-5854BFFC8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FDA649A-2E95-478C-A5A1-722AA7A0B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F3F62C3-8649-4D0B-B304-2947739B4C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0198DCF-49F7-4573-89EE-9E805C709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AAB5089-9445-4E46-814C-10BAC4C504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01CF16FB-52AB-47A5-90F8-0005AFA92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646CDFE-9004-47E6-A90F-2D8FA4CAF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EF2D4C0-ACC1-495C-A975-3EC3663D5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1295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AF23C3-2049-4956-902E-96979F19A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102D2F5-936E-47EF-B814-EC21D0136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63F4FC0-4572-49B8-BA7B-0A4E429C3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C829344-4808-4C1A-9050-839C50AFD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7636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0CC7297-4CB5-43CC-A966-E66AA7E86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84364DA-502F-4EC2-A1D3-BD6E92B18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76589A4-E47B-49F0-AA39-436597167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028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1DA515-43EF-43CF-8E42-5F33E40AB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761A49-343C-43CA-BB81-D49E53738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C5682B4-8B98-4DB7-85BB-EA8DB8CD46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39E9BBA-C075-4623-AB75-D29177584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BF9C316-E81A-46C8-9C6A-904DEBD6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951C8F5-E3ED-461E-9FE9-B58E2C444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338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CE232B-D5E6-4D1F-9B63-C8BA5073A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2495430-687C-4BEC-B052-693A7F3721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E3F74E9-A123-48F0-93EA-D084BBABC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2852C1B-FAA1-440A-89BC-EBC619598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F1B23D3-7B13-4A89-90D9-CA9426DE4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32D7791-FAE3-445A-BE6D-F96A2DF16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0780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6ABBD3-4ADB-47C2-ACCE-C2C4A14E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386541-0DA2-433C-8B93-B6F82AD13F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8DDCCF4-C36D-4AB0-B312-FD43FE5AF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A0D0A6B-71DF-4DF7-9DDB-85AD33E14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388E9C3-E0FA-408B-BA96-FC61415C3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7182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151F0B3-9322-40CD-A0D6-06C5123A41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19A878F-C9A0-47F4-BBC6-725E9B6799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9A7D25A-E614-471D-85C8-F8EC1CCAC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EE81F79-DF67-42CB-9203-6B07D1FF2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1DEDA0E-35E4-40CC-A120-47D810AF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1449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4437514-29E1-4584-9726-F84BB3B90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B81F8FE-BF05-42FE-8B1E-007684C321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337ED45-0F6A-4268-8038-905D90C3B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EBE3C11-BBE0-4DD0-B0F8-9CE7F5C405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0BBF59-9448-4D5E-8ABB-608DFDEFF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3860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9.svg"/><Relationship Id="rId17" Type="http://schemas.openxmlformats.org/officeDocument/2006/relationships/image" Target="../media/image14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10" Type="http://schemas.openxmlformats.org/officeDocument/2006/relationships/image" Target="../media/image7.svg"/><Relationship Id="rId4" Type="http://schemas.openxmlformats.org/officeDocument/2006/relationships/image" Target="../media/image2.svg"/><Relationship Id="rId9" Type="http://schemas.openxmlformats.org/officeDocument/2006/relationships/image" Target="../media/image6.png"/><Relationship Id="rId14" Type="http://schemas.openxmlformats.org/officeDocument/2006/relationships/image" Target="../media/image11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9.svg"/><Relationship Id="rId17" Type="http://schemas.openxmlformats.org/officeDocument/2006/relationships/image" Target="../media/image14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10" Type="http://schemas.openxmlformats.org/officeDocument/2006/relationships/image" Target="../media/image7.svg"/><Relationship Id="rId4" Type="http://schemas.openxmlformats.org/officeDocument/2006/relationships/image" Target="../media/image2.svg"/><Relationship Id="rId9" Type="http://schemas.openxmlformats.org/officeDocument/2006/relationships/image" Target="../media/image6.png"/><Relationship Id="rId14" Type="http://schemas.openxmlformats.org/officeDocument/2006/relationships/image" Target="../media/image11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3" Type="http://schemas.openxmlformats.org/officeDocument/2006/relationships/image" Target="../media/image16.svg"/><Relationship Id="rId7" Type="http://schemas.openxmlformats.org/officeDocument/2006/relationships/image" Target="../media/image21.png"/><Relationship Id="rId12" Type="http://schemas.openxmlformats.org/officeDocument/2006/relationships/image" Target="../media/image2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11" Type="http://schemas.openxmlformats.org/officeDocument/2006/relationships/image" Target="../media/image25.jpeg"/><Relationship Id="rId5" Type="http://schemas.openxmlformats.org/officeDocument/2006/relationships/image" Target="../media/image17.png"/><Relationship Id="rId10" Type="http://schemas.openxmlformats.org/officeDocument/2006/relationships/image" Target="../media/image24.jpeg"/><Relationship Id="rId4" Type="http://schemas.openxmlformats.org/officeDocument/2006/relationships/image" Target="../media/image12.png"/><Relationship Id="rId9" Type="http://schemas.openxmlformats.org/officeDocument/2006/relationships/image" Target="../media/image2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áfico 30">
            <a:extLst>
              <a:ext uri="{FF2B5EF4-FFF2-40B4-BE49-F238E27FC236}">
                <a16:creationId xmlns:a16="http://schemas.microsoft.com/office/drawing/2014/main" id="{387D7B04-38D4-43A1-942E-DBDEFA30FE6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4" y="0"/>
            <a:ext cx="12191999" cy="6858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8C6A0833-91DC-45B9-A758-824340ACCF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 cstate="email">
            <a:alphaModFix amt="14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5328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835" y="-43730"/>
            <a:ext cx="12192000" cy="685800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99259C4F-44DB-4F28-B050-2EE4A3DB24D1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31290" y="964986"/>
            <a:ext cx="1648409" cy="427365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DCBD100D-4F3A-4EC6-BFDE-71DBBBB7BB7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0417" y="4779072"/>
            <a:ext cx="4053843" cy="553120"/>
          </a:xfrm>
          <a:prstGeom prst="rect">
            <a:avLst/>
          </a:prstGeom>
        </p:spPr>
      </p:pic>
      <p:pic>
        <p:nvPicPr>
          <p:cNvPr id="33" name="Gráfico 32">
            <a:extLst>
              <a:ext uri="{FF2B5EF4-FFF2-40B4-BE49-F238E27FC236}">
                <a16:creationId xmlns:a16="http://schemas.microsoft.com/office/drawing/2014/main" id="{63B02180-6B20-4B70-AE1D-148F68EFF20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511083" y="11399"/>
            <a:ext cx="671804" cy="4244718"/>
          </a:xfrm>
          <a:prstGeom prst="rect">
            <a:avLst/>
          </a:prstGeom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8E332E39-6653-49DB-87FF-5E98C408AD16}"/>
              </a:ext>
            </a:extLst>
          </p:cNvPr>
          <p:cNvSpPr txBox="1"/>
          <p:nvPr/>
        </p:nvSpPr>
        <p:spPr>
          <a:xfrm>
            <a:off x="2055162" y="2630043"/>
            <a:ext cx="849560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Branding Black" panose="00000A00000000000000" pitchFamily="50" charset="0"/>
              </a:rPr>
              <a:t>PADARIA DO ALEMÃO</a:t>
            </a:r>
          </a:p>
        </p:txBody>
      </p:sp>
      <p:pic>
        <p:nvPicPr>
          <p:cNvPr id="51" name="Gráfico 50">
            <a:extLst>
              <a:ext uri="{FF2B5EF4-FFF2-40B4-BE49-F238E27FC236}">
                <a16:creationId xmlns:a16="http://schemas.microsoft.com/office/drawing/2014/main" id="{F8B76AC7-B5BF-414C-9191-D81145C292A8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924350" y="454039"/>
            <a:ext cx="404970" cy="1099553"/>
          </a:xfrm>
          <a:prstGeom prst="rect">
            <a:avLst/>
          </a:prstGeom>
        </p:spPr>
      </p:pic>
      <p:sp>
        <p:nvSpPr>
          <p:cNvPr id="54" name="Retângulo 53">
            <a:extLst>
              <a:ext uri="{FF2B5EF4-FFF2-40B4-BE49-F238E27FC236}">
                <a16:creationId xmlns:a16="http://schemas.microsoft.com/office/drawing/2014/main" id="{926383AD-AE9B-45BC-817E-5C255055B3B5}"/>
              </a:ext>
            </a:extLst>
          </p:cNvPr>
          <p:cNvSpPr/>
          <p:nvPr/>
        </p:nvSpPr>
        <p:spPr>
          <a:xfrm>
            <a:off x="1641230" y="1830152"/>
            <a:ext cx="9856671" cy="3001449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C1DD70F1-243D-4569-AE61-1AF027E6DF8A}"/>
              </a:ext>
            </a:extLst>
          </p:cNvPr>
          <p:cNvSpPr/>
          <p:nvPr/>
        </p:nvSpPr>
        <p:spPr>
          <a:xfrm>
            <a:off x="1139345" y="52529"/>
            <a:ext cx="360125" cy="4779072"/>
          </a:xfrm>
          <a:prstGeom prst="rect">
            <a:avLst/>
          </a:prstGeom>
          <a:gradFill>
            <a:gsLst>
              <a:gs pos="0">
                <a:srgbClr val="12ACB1"/>
              </a:gs>
              <a:gs pos="100000">
                <a:srgbClr val="17C3C7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639AC20-D6DF-9838-26A6-06F2461FE7CF}"/>
              </a:ext>
            </a:extLst>
          </p:cNvPr>
          <p:cNvSpPr txBox="1"/>
          <p:nvPr/>
        </p:nvSpPr>
        <p:spPr>
          <a:xfrm>
            <a:off x="240417" y="6002487"/>
            <a:ext cx="32312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>
                <a:ln>
                  <a:solidFill>
                    <a:srgbClr val="002060"/>
                  </a:solidFill>
                </a:ln>
                <a:solidFill>
                  <a:schemeClr val="bg1"/>
                </a:solidFill>
                <a:latin typeface="Branding Black" panose="00000A00000000000000" pitchFamily="50" charset="0"/>
              </a:rPr>
              <a:t>Prof. Sergio Luiz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84BE00B7-45F4-6CE4-B171-F47517ABD2CD}"/>
              </a:ext>
            </a:extLst>
          </p:cNvPr>
          <p:cNvGrpSpPr/>
          <p:nvPr/>
        </p:nvGrpSpPr>
        <p:grpSpPr>
          <a:xfrm>
            <a:off x="6001019" y="5840400"/>
            <a:ext cx="6096000" cy="1127121"/>
            <a:chOff x="714916" y="6184918"/>
            <a:chExt cx="6096000" cy="1127121"/>
          </a:xfrm>
        </p:grpSpPr>
        <p:grpSp>
          <p:nvGrpSpPr>
            <p:cNvPr id="13" name="Agrupar 12">
              <a:extLst>
                <a:ext uri="{FF2B5EF4-FFF2-40B4-BE49-F238E27FC236}">
                  <a16:creationId xmlns:a16="http://schemas.microsoft.com/office/drawing/2014/main" id="{741A1557-6D28-2FF9-7557-C160ED235D4C}"/>
                </a:ext>
              </a:extLst>
            </p:cNvPr>
            <p:cNvGrpSpPr/>
            <p:nvPr/>
          </p:nvGrpSpPr>
          <p:grpSpPr>
            <a:xfrm>
              <a:off x="4507903" y="6184918"/>
              <a:ext cx="2133600" cy="1127121"/>
              <a:chOff x="11316237" y="4704108"/>
              <a:chExt cx="2133600" cy="1127121"/>
            </a:xfrm>
          </p:grpSpPr>
          <p:sp>
            <p:nvSpPr>
              <p:cNvPr id="10" name="Retângulo 9">
                <a:extLst>
                  <a:ext uri="{FF2B5EF4-FFF2-40B4-BE49-F238E27FC236}">
                    <a16:creationId xmlns:a16="http://schemas.microsoft.com/office/drawing/2014/main" id="{B79AF74E-23E7-CC04-7147-EF32507A0548}"/>
                  </a:ext>
                </a:extLst>
              </p:cNvPr>
              <p:cNvSpPr/>
              <p:nvPr/>
            </p:nvSpPr>
            <p:spPr>
              <a:xfrm>
                <a:off x="11411888" y="5024846"/>
                <a:ext cx="1909150" cy="48564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pic>
            <p:nvPicPr>
              <p:cNvPr id="8" name="Picture 2" descr="FIESC">
                <a:extLst>
                  <a:ext uri="{FF2B5EF4-FFF2-40B4-BE49-F238E27FC236}">
                    <a16:creationId xmlns:a16="http://schemas.microsoft.com/office/drawing/2014/main" id="{F69147E4-F541-C503-7CDA-10142697A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316237" y="4704108"/>
                <a:ext cx="2133600" cy="11271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BE9F89A4-E230-578B-02A3-8F02DE4AFF8F}"/>
                </a:ext>
              </a:extLst>
            </p:cNvPr>
            <p:cNvGrpSpPr/>
            <p:nvPr/>
          </p:nvGrpSpPr>
          <p:grpSpPr>
            <a:xfrm>
              <a:off x="714916" y="6969796"/>
              <a:ext cx="6096000" cy="276999"/>
              <a:chOff x="7167967" y="7007403"/>
              <a:chExt cx="6096000" cy="276999"/>
            </a:xfrm>
          </p:grpSpPr>
          <p:sp>
            <p:nvSpPr>
              <p:cNvPr id="7" name="Retângulo 6">
                <a:extLst>
                  <a:ext uri="{FF2B5EF4-FFF2-40B4-BE49-F238E27FC236}">
                    <a16:creationId xmlns:a16="http://schemas.microsoft.com/office/drawing/2014/main" id="{53DD76F8-FEDE-0490-8FD6-FC99520FA603}"/>
                  </a:ext>
                </a:extLst>
              </p:cNvPr>
              <p:cNvSpPr/>
              <p:nvPr/>
            </p:nvSpPr>
            <p:spPr>
              <a:xfrm>
                <a:off x="7167967" y="7054587"/>
                <a:ext cx="6096000" cy="182632"/>
              </a:xfrm>
              <a:prstGeom prst="rect">
                <a:avLst/>
              </a:prstGeom>
              <a:solidFill>
                <a:srgbClr val="005CA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14143C"/>
                  </a:solidFill>
                </a:endParaRPr>
              </a:p>
            </p:txBody>
          </p:sp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646A4467-A1FC-CB2D-A849-25EA6842EE93}"/>
                  </a:ext>
                </a:extLst>
              </p:cNvPr>
              <p:cNvSpPr txBox="1"/>
              <p:nvPr/>
            </p:nvSpPr>
            <p:spPr>
              <a:xfrm>
                <a:off x="11239794" y="7007403"/>
                <a:ext cx="157592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200" b="1" i="1" dirty="0">
                    <a:solidFill>
                      <a:schemeClr val="bg1"/>
                    </a:solidFill>
                    <a:latin typeface="Aharoni" panose="02010803020104030203" pitchFamily="2" charset="-79"/>
                    <a:cs typeface="Aharoni" panose="02010803020104030203" pitchFamily="2" charset="-79"/>
                  </a:rPr>
                  <a:t>SESI – SENAI - IEL</a:t>
                </a:r>
              </a:p>
            </p:txBody>
          </p:sp>
        </p:grpSp>
      </p:grpSp>
      <p:pic>
        <p:nvPicPr>
          <p:cNvPr id="32" name="Gráfico 31">
            <a:extLst>
              <a:ext uri="{FF2B5EF4-FFF2-40B4-BE49-F238E27FC236}">
                <a16:creationId xmlns:a16="http://schemas.microsoft.com/office/drawing/2014/main" id="{7848A1A8-D520-4632-B97C-09189953164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4098" y="449246"/>
            <a:ext cx="733425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4937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áfico 30">
            <a:extLst>
              <a:ext uri="{FF2B5EF4-FFF2-40B4-BE49-F238E27FC236}">
                <a16:creationId xmlns:a16="http://schemas.microsoft.com/office/drawing/2014/main" id="{387D7B04-38D4-43A1-942E-DBDEFA30FE6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4" y="0"/>
            <a:ext cx="12191999" cy="6858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8C6A0833-91DC-45B9-A758-824340ACCF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 cstate="email">
            <a:alphaModFix amt="14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5328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835" y="-43730"/>
            <a:ext cx="12192000" cy="685800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99259C4F-44DB-4F28-B050-2EE4A3DB24D1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31290" y="964986"/>
            <a:ext cx="1648409" cy="427365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DCBD100D-4F3A-4EC6-BFDE-71DBBBB7BB7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0417" y="4779072"/>
            <a:ext cx="4053843" cy="553120"/>
          </a:xfrm>
          <a:prstGeom prst="rect">
            <a:avLst/>
          </a:prstGeom>
        </p:spPr>
      </p:pic>
      <p:pic>
        <p:nvPicPr>
          <p:cNvPr id="33" name="Gráfico 32">
            <a:extLst>
              <a:ext uri="{FF2B5EF4-FFF2-40B4-BE49-F238E27FC236}">
                <a16:creationId xmlns:a16="http://schemas.microsoft.com/office/drawing/2014/main" id="{63B02180-6B20-4B70-AE1D-148F68EFF20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511083" y="11399"/>
            <a:ext cx="671804" cy="4244718"/>
          </a:xfrm>
          <a:prstGeom prst="rect">
            <a:avLst/>
          </a:prstGeom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8E332E39-6653-49DB-87FF-5E98C408AD16}"/>
              </a:ext>
            </a:extLst>
          </p:cNvPr>
          <p:cNvSpPr txBox="1"/>
          <p:nvPr/>
        </p:nvSpPr>
        <p:spPr>
          <a:xfrm>
            <a:off x="2081516" y="1920214"/>
            <a:ext cx="849560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Gustavo </a:t>
            </a:r>
            <a:r>
              <a:rPr lang="pt-BR" sz="4000" b="1" dirty="0" err="1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Tobler</a:t>
            </a:r>
            <a:endParaRPr lang="pt-BR" sz="4000" b="1" dirty="0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Ian Lucas Borba</a:t>
            </a:r>
          </a:p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João Paulo </a:t>
            </a:r>
            <a:r>
              <a:rPr lang="pt-BR" sz="4000" b="1" dirty="0" err="1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Varaldo</a:t>
            </a:r>
            <a:endParaRPr lang="pt-BR" sz="4000" b="1" dirty="0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Júlia Caroline Borges </a:t>
            </a:r>
            <a:r>
              <a:rPr lang="pt-BR" sz="4000" b="1" dirty="0" err="1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Pavlick</a:t>
            </a:r>
            <a:endParaRPr lang="pt-BR" sz="4000" b="1" dirty="0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</a:p>
        </p:txBody>
      </p:sp>
      <p:pic>
        <p:nvPicPr>
          <p:cNvPr id="51" name="Gráfico 50">
            <a:extLst>
              <a:ext uri="{FF2B5EF4-FFF2-40B4-BE49-F238E27FC236}">
                <a16:creationId xmlns:a16="http://schemas.microsoft.com/office/drawing/2014/main" id="{F8B76AC7-B5BF-414C-9191-D81145C292A8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924350" y="454039"/>
            <a:ext cx="404970" cy="1099553"/>
          </a:xfrm>
          <a:prstGeom prst="rect">
            <a:avLst/>
          </a:prstGeom>
        </p:spPr>
      </p:pic>
      <p:sp>
        <p:nvSpPr>
          <p:cNvPr id="54" name="Retângulo 53">
            <a:extLst>
              <a:ext uri="{FF2B5EF4-FFF2-40B4-BE49-F238E27FC236}">
                <a16:creationId xmlns:a16="http://schemas.microsoft.com/office/drawing/2014/main" id="{926383AD-AE9B-45BC-817E-5C255055B3B5}"/>
              </a:ext>
            </a:extLst>
          </p:cNvPr>
          <p:cNvSpPr/>
          <p:nvPr/>
        </p:nvSpPr>
        <p:spPr>
          <a:xfrm>
            <a:off x="1641230" y="1830152"/>
            <a:ext cx="9856671" cy="3001449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C1DD70F1-243D-4569-AE61-1AF027E6DF8A}"/>
              </a:ext>
            </a:extLst>
          </p:cNvPr>
          <p:cNvSpPr/>
          <p:nvPr/>
        </p:nvSpPr>
        <p:spPr>
          <a:xfrm>
            <a:off x="1139345" y="52529"/>
            <a:ext cx="360125" cy="4779072"/>
          </a:xfrm>
          <a:prstGeom prst="rect">
            <a:avLst/>
          </a:prstGeom>
          <a:gradFill>
            <a:gsLst>
              <a:gs pos="0">
                <a:srgbClr val="12ACB1"/>
              </a:gs>
              <a:gs pos="100000">
                <a:srgbClr val="17C3C7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639AC20-D6DF-9838-26A6-06F2461FE7CF}"/>
              </a:ext>
            </a:extLst>
          </p:cNvPr>
          <p:cNvSpPr txBox="1"/>
          <p:nvPr/>
        </p:nvSpPr>
        <p:spPr>
          <a:xfrm>
            <a:off x="240417" y="6002487"/>
            <a:ext cx="32312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>
                <a:ln>
                  <a:solidFill>
                    <a:srgbClr val="002060"/>
                  </a:solidFill>
                </a:ln>
                <a:solidFill>
                  <a:schemeClr val="bg1"/>
                </a:solidFill>
                <a:latin typeface="Branding Black" panose="00000A00000000000000" pitchFamily="50" charset="0"/>
              </a:rPr>
              <a:t>Prof. Sergio Luiz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84BE00B7-45F4-6CE4-B171-F47517ABD2CD}"/>
              </a:ext>
            </a:extLst>
          </p:cNvPr>
          <p:cNvGrpSpPr/>
          <p:nvPr/>
        </p:nvGrpSpPr>
        <p:grpSpPr>
          <a:xfrm>
            <a:off x="6001019" y="5840400"/>
            <a:ext cx="6096000" cy="1127121"/>
            <a:chOff x="714916" y="6184918"/>
            <a:chExt cx="6096000" cy="1127121"/>
          </a:xfrm>
        </p:grpSpPr>
        <p:grpSp>
          <p:nvGrpSpPr>
            <p:cNvPr id="13" name="Agrupar 12">
              <a:extLst>
                <a:ext uri="{FF2B5EF4-FFF2-40B4-BE49-F238E27FC236}">
                  <a16:creationId xmlns:a16="http://schemas.microsoft.com/office/drawing/2014/main" id="{741A1557-6D28-2FF9-7557-C160ED235D4C}"/>
                </a:ext>
              </a:extLst>
            </p:cNvPr>
            <p:cNvGrpSpPr/>
            <p:nvPr/>
          </p:nvGrpSpPr>
          <p:grpSpPr>
            <a:xfrm>
              <a:off x="4507903" y="6184918"/>
              <a:ext cx="2133600" cy="1127121"/>
              <a:chOff x="11316237" y="4704108"/>
              <a:chExt cx="2133600" cy="1127121"/>
            </a:xfrm>
          </p:grpSpPr>
          <p:sp>
            <p:nvSpPr>
              <p:cNvPr id="10" name="Retângulo 9">
                <a:extLst>
                  <a:ext uri="{FF2B5EF4-FFF2-40B4-BE49-F238E27FC236}">
                    <a16:creationId xmlns:a16="http://schemas.microsoft.com/office/drawing/2014/main" id="{B79AF74E-23E7-CC04-7147-EF32507A0548}"/>
                  </a:ext>
                </a:extLst>
              </p:cNvPr>
              <p:cNvSpPr/>
              <p:nvPr/>
            </p:nvSpPr>
            <p:spPr>
              <a:xfrm>
                <a:off x="11411888" y="5024846"/>
                <a:ext cx="1909150" cy="48564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pic>
            <p:nvPicPr>
              <p:cNvPr id="8" name="Picture 2" descr="FIESC">
                <a:extLst>
                  <a:ext uri="{FF2B5EF4-FFF2-40B4-BE49-F238E27FC236}">
                    <a16:creationId xmlns:a16="http://schemas.microsoft.com/office/drawing/2014/main" id="{F69147E4-F541-C503-7CDA-10142697A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316237" y="4704108"/>
                <a:ext cx="2133600" cy="11271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BE9F89A4-E230-578B-02A3-8F02DE4AFF8F}"/>
                </a:ext>
              </a:extLst>
            </p:cNvPr>
            <p:cNvGrpSpPr/>
            <p:nvPr/>
          </p:nvGrpSpPr>
          <p:grpSpPr>
            <a:xfrm>
              <a:off x="714916" y="6969796"/>
              <a:ext cx="6096000" cy="276999"/>
              <a:chOff x="7167967" y="7007403"/>
              <a:chExt cx="6096000" cy="276999"/>
            </a:xfrm>
          </p:grpSpPr>
          <p:sp>
            <p:nvSpPr>
              <p:cNvPr id="7" name="Retângulo 6">
                <a:extLst>
                  <a:ext uri="{FF2B5EF4-FFF2-40B4-BE49-F238E27FC236}">
                    <a16:creationId xmlns:a16="http://schemas.microsoft.com/office/drawing/2014/main" id="{53DD76F8-FEDE-0490-8FD6-FC99520FA603}"/>
                  </a:ext>
                </a:extLst>
              </p:cNvPr>
              <p:cNvSpPr/>
              <p:nvPr/>
            </p:nvSpPr>
            <p:spPr>
              <a:xfrm>
                <a:off x="7167967" y="7054587"/>
                <a:ext cx="6096000" cy="182632"/>
              </a:xfrm>
              <a:prstGeom prst="rect">
                <a:avLst/>
              </a:prstGeom>
              <a:solidFill>
                <a:srgbClr val="005CA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14143C"/>
                  </a:solidFill>
                </a:endParaRPr>
              </a:p>
            </p:txBody>
          </p:sp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646A4467-A1FC-CB2D-A849-25EA6842EE93}"/>
                  </a:ext>
                </a:extLst>
              </p:cNvPr>
              <p:cNvSpPr txBox="1"/>
              <p:nvPr/>
            </p:nvSpPr>
            <p:spPr>
              <a:xfrm>
                <a:off x="11239794" y="7007403"/>
                <a:ext cx="157592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200" b="1" i="1" dirty="0">
                    <a:solidFill>
                      <a:schemeClr val="bg1"/>
                    </a:solidFill>
                    <a:latin typeface="Aharoni" panose="02010803020104030203" pitchFamily="2" charset="-79"/>
                    <a:cs typeface="Aharoni" panose="02010803020104030203" pitchFamily="2" charset="-79"/>
                  </a:rPr>
                  <a:t>SESI – SENAI - IEL</a:t>
                </a:r>
              </a:p>
            </p:txBody>
          </p:sp>
        </p:grpSp>
      </p:grpSp>
      <p:pic>
        <p:nvPicPr>
          <p:cNvPr id="32" name="Gráfico 31">
            <a:extLst>
              <a:ext uri="{FF2B5EF4-FFF2-40B4-BE49-F238E27FC236}">
                <a16:creationId xmlns:a16="http://schemas.microsoft.com/office/drawing/2014/main" id="{7848A1A8-D520-4632-B97C-09189953164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4098" y="449246"/>
            <a:ext cx="733425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047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229632F-8D90-6195-9CDD-F470141FAAC6}"/>
              </a:ext>
            </a:extLst>
          </p:cNvPr>
          <p:cNvSpPr txBox="1"/>
          <p:nvPr/>
        </p:nvSpPr>
        <p:spPr>
          <a:xfrm>
            <a:off x="1234206" y="1237048"/>
            <a:ext cx="1036523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A Padaria do Alemão, fundada há mais de 95 anos, é uma referência local que oferece pães, bolos e diversos produtos de café, mantendo receitas tradicionais e atendimento de qualidade.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771EBC3-9BA4-5D63-6D0C-4B40FB250347}"/>
              </a:ext>
            </a:extLst>
          </p:cNvPr>
          <p:cNvSpPr txBox="1"/>
          <p:nvPr/>
        </p:nvSpPr>
        <p:spPr>
          <a:xfrm>
            <a:off x="2611582" y="98169"/>
            <a:ext cx="696883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000" dirty="0">
                <a:latin typeface="Verdana" panose="020B0604030504040204" pitchFamily="34" charset="0"/>
                <a:ea typeface="Verdana" panose="020B0604030504040204" pitchFamily="34" charset="0"/>
              </a:rPr>
              <a:t>INTRODUÇAO SOBRE O SISTEMA</a:t>
            </a:r>
          </a:p>
        </p:txBody>
      </p:sp>
    </p:spTree>
    <p:extLst>
      <p:ext uri="{BB962C8B-B14F-4D97-AF65-F5344CB8AC3E}">
        <p14:creationId xmlns:p14="http://schemas.microsoft.com/office/powerpoint/2010/main" val="2994047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B0BFF9FC-13A5-2497-E5D0-DB508CE1327B}"/>
              </a:ext>
            </a:extLst>
          </p:cNvPr>
          <p:cNvSpPr txBox="1"/>
          <p:nvPr/>
        </p:nvSpPr>
        <p:spPr>
          <a:xfrm>
            <a:off x="132099" y="118838"/>
            <a:ext cx="111212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BANCO DE DADOS</a:t>
            </a:r>
          </a:p>
          <a:p>
            <a:pPr algn="ctr"/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3796FF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Imagem do MRN</a:t>
            </a:r>
            <a:endParaRPr lang="pt-BR" sz="2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C543C844-D844-BDED-31D7-D6B9D0AD64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0240" y="1192443"/>
            <a:ext cx="8505002" cy="482566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3325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F094C35-F076-57E3-285B-9B664512718D}"/>
              </a:ext>
            </a:extLst>
          </p:cNvPr>
          <p:cNvSpPr txBox="1"/>
          <p:nvPr/>
        </p:nvSpPr>
        <p:spPr>
          <a:xfrm>
            <a:off x="535358" y="-24941"/>
            <a:ext cx="111212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DIAGRAMA DO CASO DE USO (GERAL)</a:t>
            </a:r>
          </a:p>
          <a:p>
            <a:pPr algn="ctr"/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3796FF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Imagem</a:t>
            </a:r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B20F1C3-3890-D726-D372-BF0DB68B2F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1052277"/>
            <a:ext cx="5524500" cy="5397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659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E73C538-7322-D3FE-2D45-F38951041EBE}"/>
              </a:ext>
            </a:extLst>
          </p:cNvPr>
          <p:cNvSpPr txBox="1"/>
          <p:nvPr/>
        </p:nvSpPr>
        <p:spPr>
          <a:xfrm>
            <a:off x="615428" y="-41984"/>
            <a:ext cx="111212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PROTOTIPAÇÃO DO SISTEMA</a:t>
            </a:r>
            <a:endParaRPr lang="pt-BR" sz="3200" b="1" dirty="0">
              <a:ln>
                <a:solidFill>
                  <a:sysClr val="windowText" lastClr="000000"/>
                </a:solidFill>
              </a:ln>
              <a:solidFill>
                <a:srgbClr val="FF0000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9049B36-B0B8-2BF6-56CA-C902B40CB2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755" y="929867"/>
            <a:ext cx="1525883" cy="1498732"/>
          </a:xfrm>
          <a:prstGeom prst="rect">
            <a:avLst/>
          </a:prstGeom>
        </p:spPr>
      </p:pic>
      <p:sp>
        <p:nvSpPr>
          <p:cNvPr id="16" name="Seta: para Baixo 15">
            <a:extLst>
              <a:ext uri="{FF2B5EF4-FFF2-40B4-BE49-F238E27FC236}">
                <a16:creationId xmlns:a16="http://schemas.microsoft.com/office/drawing/2014/main" id="{33653C01-D0E9-CB21-5E5B-E3E92B036803}"/>
              </a:ext>
            </a:extLst>
          </p:cNvPr>
          <p:cNvSpPr/>
          <p:nvPr/>
        </p:nvSpPr>
        <p:spPr>
          <a:xfrm rot="16200000">
            <a:off x="2734757" y="1336465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5EFC4A3-92C5-9029-4002-13DC61649BB7}"/>
              </a:ext>
            </a:extLst>
          </p:cNvPr>
          <p:cNvSpPr txBox="1"/>
          <p:nvPr/>
        </p:nvSpPr>
        <p:spPr>
          <a:xfrm>
            <a:off x="817418" y="453618"/>
            <a:ext cx="2299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Tela de login</a:t>
            </a:r>
          </a:p>
        </p:txBody>
      </p:sp>
      <p:sp>
        <p:nvSpPr>
          <p:cNvPr id="22" name="Seta: para Baixo 21">
            <a:extLst>
              <a:ext uri="{FF2B5EF4-FFF2-40B4-BE49-F238E27FC236}">
                <a16:creationId xmlns:a16="http://schemas.microsoft.com/office/drawing/2014/main" id="{7223E0E0-2A52-20EF-7C9D-1EF8592F7492}"/>
              </a:ext>
            </a:extLst>
          </p:cNvPr>
          <p:cNvSpPr/>
          <p:nvPr/>
        </p:nvSpPr>
        <p:spPr>
          <a:xfrm rot="5400000">
            <a:off x="2046101" y="1311595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D7E6A42-441A-439B-2704-81018AB89AF0}"/>
              </a:ext>
            </a:extLst>
          </p:cNvPr>
          <p:cNvSpPr txBox="1"/>
          <p:nvPr/>
        </p:nvSpPr>
        <p:spPr>
          <a:xfrm>
            <a:off x="3921044" y="670360"/>
            <a:ext cx="3456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Tela principal</a:t>
            </a:r>
          </a:p>
        </p:txBody>
      </p:sp>
      <p:pic>
        <p:nvPicPr>
          <p:cNvPr id="8" name="Imagem 7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FE171389-6F0C-92EF-0DBB-7DF752810F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131" y="2838935"/>
            <a:ext cx="3029203" cy="1764147"/>
          </a:xfrm>
          <a:prstGeom prst="rect">
            <a:avLst/>
          </a:prstGeom>
        </p:spPr>
      </p:pic>
      <p:sp>
        <p:nvSpPr>
          <p:cNvPr id="13" name="Seta: para Baixo 12">
            <a:extLst>
              <a:ext uri="{FF2B5EF4-FFF2-40B4-BE49-F238E27FC236}">
                <a16:creationId xmlns:a16="http://schemas.microsoft.com/office/drawing/2014/main" id="{2BC410AA-4FDE-DE52-F8BF-94ED8B87EEC0}"/>
              </a:ext>
            </a:extLst>
          </p:cNvPr>
          <p:cNvSpPr/>
          <p:nvPr/>
        </p:nvSpPr>
        <p:spPr>
          <a:xfrm rot="16200000">
            <a:off x="6742684" y="1190549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5" name="Imagem 14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F194A1DD-7B4C-DF79-2E70-AB960251B0C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7454" y="4668608"/>
            <a:ext cx="3392287" cy="1929810"/>
          </a:xfrm>
          <a:prstGeom prst="rect">
            <a:avLst/>
          </a:prstGeom>
        </p:spPr>
      </p:pic>
      <p:pic>
        <p:nvPicPr>
          <p:cNvPr id="20" name="Imagem 19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2B0E28D2-0C64-D125-AEFD-FC1854E6151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316" y="2781662"/>
            <a:ext cx="3557167" cy="2412762"/>
          </a:xfrm>
          <a:prstGeom prst="rect">
            <a:avLst/>
          </a:prstGeom>
        </p:spPr>
      </p:pic>
      <p:sp>
        <p:nvSpPr>
          <p:cNvPr id="25" name="Seta: para Baixo 24">
            <a:extLst>
              <a:ext uri="{FF2B5EF4-FFF2-40B4-BE49-F238E27FC236}">
                <a16:creationId xmlns:a16="http://schemas.microsoft.com/office/drawing/2014/main" id="{A1F3446D-CC5C-A34E-4262-0F4FC276B678}"/>
              </a:ext>
            </a:extLst>
          </p:cNvPr>
          <p:cNvSpPr/>
          <p:nvPr/>
        </p:nvSpPr>
        <p:spPr>
          <a:xfrm>
            <a:off x="8659965" y="2116335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Seta: para Baixo 25">
            <a:extLst>
              <a:ext uri="{FF2B5EF4-FFF2-40B4-BE49-F238E27FC236}">
                <a16:creationId xmlns:a16="http://schemas.microsoft.com/office/drawing/2014/main" id="{911F5F86-38FF-EAA5-3C0D-263F3457ED13}"/>
              </a:ext>
            </a:extLst>
          </p:cNvPr>
          <p:cNvSpPr/>
          <p:nvPr/>
        </p:nvSpPr>
        <p:spPr>
          <a:xfrm rot="2850865">
            <a:off x="9108493" y="5276526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Seta: para Baixo 26">
            <a:extLst>
              <a:ext uri="{FF2B5EF4-FFF2-40B4-BE49-F238E27FC236}">
                <a16:creationId xmlns:a16="http://schemas.microsoft.com/office/drawing/2014/main" id="{04246C84-9B6C-4AEB-DDF9-B9B63D2F0780}"/>
              </a:ext>
            </a:extLst>
          </p:cNvPr>
          <p:cNvSpPr/>
          <p:nvPr/>
        </p:nvSpPr>
        <p:spPr>
          <a:xfrm rot="5400000">
            <a:off x="5405829" y="3099579"/>
            <a:ext cx="720437" cy="83638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8966EBD7-81D4-9A5C-09F0-3DB0491EEFBB}"/>
              </a:ext>
            </a:extLst>
          </p:cNvPr>
          <p:cNvSpPr txBox="1"/>
          <p:nvPr/>
        </p:nvSpPr>
        <p:spPr>
          <a:xfrm>
            <a:off x="7896738" y="445564"/>
            <a:ext cx="174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Tela de produtos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153801C5-9031-5562-51B8-4101DE8BF41B}"/>
              </a:ext>
            </a:extLst>
          </p:cNvPr>
          <p:cNvSpPr txBox="1"/>
          <p:nvPr/>
        </p:nvSpPr>
        <p:spPr>
          <a:xfrm>
            <a:off x="2035685" y="2462751"/>
            <a:ext cx="2356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Tela de editar produtos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33D073F4-61B9-EA38-76FA-719186DB71AC}"/>
              </a:ext>
            </a:extLst>
          </p:cNvPr>
          <p:cNvSpPr txBox="1"/>
          <p:nvPr/>
        </p:nvSpPr>
        <p:spPr>
          <a:xfrm>
            <a:off x="6993495" y="2543716"/>
            <a:ext cx="4352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 lápis libera opções de cadastro e alteração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E1763596-E437-FC09-A2E8-F74D5C74ED32}"/>
              </a:ext>
            </a:extLst>
          </p:cNvPr>
          <p:cNvSpPr txBox="1"/>
          <p:nvPr/>
        </p:nvSpPr>
        <p:spPr>
          <a:xfrm>
            <a:off x="5919828" y="4418416"/>
            <a:ext cx="1699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Tela de cadastro</a:t>
            </a:r>
          </a:p>
        </p:txBody>
      </p:sp>
      <p:pic>
        <p:nvPicPr>
          <p:cNvPr id="33" name="Imagem 32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C871BD2A-679D-01F4-5113-5637827B8F6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9460" y="780398"/>
            <a:ext cx="2801449" cy="1323537"/>
          </a:xfrm>
          <a:prstGeom prst="rect">
            <a:avLst/>
          </a:prstGeom>
        </p:spPr>
      </p:pic>
      <p:pic>
        <p:nvPicPr>
          <p:cNvPr id="36" name="Imagem 35">
            <a:extLst>
              <a:ext uri="{FF2B5EF4-FFF2-40B4-BE49-F238E27FC236}">
                <a16:creationId xmlns:a16="http://schemas.microsoft.com/office/drawing/2014/main" id="{A2EE3B87-003C-31DA-8029-4668EFB4E9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6695" y="1056918"/>
            <a:ext cx="2537151" cy="1198670"/>
          </a:xfrm>
          <a:prstGeom prst="rect">
            <a:avLst/>
          </a:prstGeom>
        </p:spPr>
      </p:pic>
      <p:sp>
        <p:nvSpPr>
          <p:cNvPr id="37" name="Seta: para Baixo 36">
            <a:extLst>
              <a:ext uri="{FF2B5EF4-FFF2-40B4-BE49-F238E27FC236}">
                <a16:creationId xmlns:a16="http://schemas.microsoft.com/office/drawing/2014/main" id="{B721C91C-2D51-CCB6-95D7-640D1AA19836}"/>
              </a:ext>
            </a:extLst>
          </p:cNvPr>
          <p:cNvSpPr/>
          <p:nvPr/>
        </p:nvSpPr>
        <p:spPr>
          <a:xfrm rot="5400000">
            <a:off x="6064016" y="1190549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Seta: para Baixo 38">
            <a:extLst>
              <a:ext uri="{FF2B5EF4-FFF2-40B4-BE49-F238E27FC236}">
                <a16:creationId xmlns:a16="http://schemas.microsoft.com/office/drawing/2014/main" id="{D2F5C4BF-A3A7-D032-D7B1-C38B2F21084B}"/>
              </a:ext>
            </a:extLst>
          </p:cNvPr>
          <p:cNvSpPr/>
          <p:nvPr/>
        </p:nvSpPr>
        <p:spPr>
          <a:xfrm rot="13856497">
            <a:off x="9670132" y="4825198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Seta: para Baixo 39">
            <a:extLst>
              <a:ext uri="{FF2B5EF4-FFF2-40B4-BE49-F238E27FC236}">
                <a16:creationId xmlns:a16="http://schemas.microsoft.com/office/drawing/2014/main" id="{AFFFB5C8-4A75-1BAD-37BF-C20C0E4031D1}"/>
              </a:ext>
            </a:extLst>
          </p:cNvPr>
          <p:cNvSpPr/>
          <p:nvPr/>
        </p:nvSpPr>
        <p:spPr>
          <a:xfrm rot="16200000">
            <a:off x="6628491" y="3144574"/>
            <a:ext cx="720437" cy="7776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76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61FDC6AC-1BEC-5AB8-1A27-461C659F4272}"/>
              </a:ext>
            </a:extLst>
          </p:cNvPr>
          <p:cNvSpPr txBox="1"/>
          <p:nvPr/>
        </p:nvSpPr>
        <p:spPr>
          <a:xfrm>
            <a:off x="901304" y="873049"/>
            <a:ext cx="1112128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APRESENTAÇAO DO SISTEMA</a:t>
            </a:r>
            <a:endParaRPr lang="pt-BR" sz="3200" b="1" dirty="0">
              <a:ln>
                <a:solidFill>
                  <a:sysClr val="windowText" lastClr="000000"/>
                </a:solidFill>
              </a:ln>
              <a:solidFill>
                <a:srgbClr val="FF0000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Exibir o Sistema;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Realizar CRUD no Sistema;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Explicar as ações que está sendo realizada no sistema.</a:t>
            </a:r>
          </a:p>
        </p:txBody>
      </p:sp>
    </p:spTree>
    <p:extLst>
      <p:ext uri="{BB962C8B-B14F-4D97-AF65-F5344CB8AC3E}">
        <p14:creationId xmlns:p14="http://schemas.microsoft.com/office/powerpoint/2010/main" val="1025352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8510107-E3C6-DF5A-475A-F560311510F8}"/>
              </a:ext>
            </a:extLst>
          </p:cNvPr>
          <p:cNvSpPr txBox="1"/>
          <p:nvPr/>
        </p:nvSpPr>
        <p:spPr>
          <a:xfrm>
            <a:off x="615428" y="3136612"/>
            <a:ext cx="111212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CONCLUSAO</a:t>
            </a:r>
          </a:p>
        </p:txBody>
      </p:sp>
    </p:spTree>
    <p:extLst>
      <p:ext uri="{BB962C8B-B14F-4D97-AF65-F5344CB8AC3E}">
        <p14:creationId xmlns:p14="http://schemas.microsoft.com/office/powerpoint/2010/main" val="4365537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450B366E-ADF9-41FB-D956-C09E85EEAAD6}"/>
              </a:ext>
            </a:extLst>
          </p:cNvPr>
          <p:cNvSpPr txBox="1"/>
          <p:nvPr/>
        </p:nvSpPr>
        <p:spPr>
          <a:xfrm>
            <a:off x="615428" y="1877856"/>
            <a:ext cx="1112128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AGRADECIMENTOS</a:t>
            </a:r>
          </a:p>
          <a:p>
            <a:pPr algn="ctr"/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Jesus Cristo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Kerry King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Marcio Senhorinha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Sérgio Luiz da Silveira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Allan Perini</a:t>
            </a:r>
          </a:p>
        </p:txBody>
      </p:sp>
    </p:spTree>
    <p:extLst>
      <p:ext uri="{BB962C8B-B14F-4D97-AF65-F5344CB8AC3E}">
        <p14:creationId xmlns:p14="http://schemas.microsoft.com/office/powerpoint/2010/main" val="855279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/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/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/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sp>
        <p:nvSpPr>
          <p:cNvPr id="4" name="CaixaDeTexto 3">
            <a:extLst>
              <a:ext uri="{FF2B5EF4-FFF2-40B4-BE49-F238E27FC236}">
                <a16:creationId xmlns:a16="http://schemas.microsoft.com/office/drawing/2014/main" id="{B168F8DB-E9DA-471A-9011-027866A78DAE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DABC419-57D1-DC08-DEDD-10F41CB6B7FD}"/>
              </a:ext>
            </a:extLst>
          </p:cNvPr>
          <p:cNvSpPr txBox="1"/>
          <p:nvPr/>
        </p:nvSpPr>
        <p:spPr>
          <a:xfrm>
            <a:off x="666044" y="1898768"/>
            <a:ext cx="10859911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8800" dirty="0">
                <a:latin typeface="Arial Black" panose="020B0A04020102020204" pitchFamily="34" charset="0"/>
                <a:cs typeface="Arial" panose="020B0604020202020204" pitchFamily="34" charset="0"/>
              </a:rPr>
              <a:t>FIM.</a:t>
            </a:r>
          </a:p>
          <a:p>
            <a:pPr algn="ctr"/>
            <a:r>
              <a:rPr lang="pt-BR" sz="8800" dirty="0">
                <a:latin typeface="Arial Black" panose="020B0A04020102020204" pitchFamily="34" charset="0"/>
                <a:cs typeface="Arial" panose="020B0604020202020204" pitchFamily="34" charset="0"/>
              </a:rPr>
              <a:t>OBRIGADO.</a:t>
            </a:r>
          </a:p>
        </p:txBody>
      </p:sp>
    </p:spTree>
    <p:extLst>
      <p:ext uri="{BB962C8B-B14F-4D97-AF65-F5344CB8AC3E}">
        <p14:creationId xmlns:p14="http://schemas.microsoft.com/office/powerpoint/2010/main" val="185444539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3014CAD5C0D95047AD87A6CEF9A0ED6F" ma:contentTypeVersion="11" ma:contentTypeDescription="Crie um novo documento." ma:contentTypeScope="" ma:versionID="0eaeb304f0019e33f865282dd94b7faa">
  <xsd:schema xmlns:xsd="http://www.w3.org/2001/XMLSchema" xmlns:xs="http://www.w3.org/2001/XMLSchema" xmlns:p="http://schemas.microsoft.com/office/2006/metadata/properties" xmlns:ns2="230e2427-5d80-4bd2-a9ba-53805cfde8a4" xmlns:ns3="cf5f2b4c-ceff-48b8-acfd-b6c7cb4e26ae" targetNamespace="http://schemas.microsoft.com/office/2006/metadata/properties" ma:root="true" ma:fieldsID="9583cfaf6218e9ef312e531a09f9933a" ns2:_="" ns3:_="">
    <xsd:import namespace="230e2427-5d80-4bd2-a9ba-53805cfde8a4"/>
    <xsd:import namespace="cf5f2b4c-ceff-48b8-acfd-b6c7cb4e26a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2427-5d80-4bd2-a9ba-53805cfde8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Marcações de imagem" ma:readOnly="false" ma:fieldId="{5cf76f15-5ced-4ddc-b409-7134ff3c332f}" ma:taxonomyMulti="true" ma:sspId="184c8c62-af11-4a97-95e1-881613c3960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f5f2b4c-ceff-48b8-acfd-b6c7cb4e26a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lhado com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Coluna Global de Taxonomia" ma:hidden="true" ma:list="{1a311de7-e6e4-47ae-b214-720c4e04d295}" ma:internalName="TaxCatchAll" ma:showField="CatchAllData" ma:web="cf5f2b4c-ceff-48b8-acfd-b6c7cb4e26a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f5f2b4c-ceff-48b8-acfd-b6c7cb4e26ae" xsi:nil="true"/>
    <lcf76f155ced4ddcb4097134ff3c332f xmlns="230e2427-5d80-4bd2-a9ba-53805cfde8a4">
      <Terms xmlns="http://schemas.microsoft.com/office/infopath/2007/PartnerControls"/>
    </lcf76f155ced4ddcb4097134ff3c332f>
    <SharedWithUsers xmlns="cf5f2b4c-ceff-48b8-acfd-b6c7cb4e26ae">
      <UserInfo>
        <DisplayName>Marcos Paulo Carvalho De Oliveira</DisplayName>
        <AccountId>9264</AccountId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CDCD03E9-41C4-42C6-A5E8-47AC9D6E1F6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0e2427-5d80-4bd2-a9ba-53805cfde8a4"/>
    <ds:schemaRef ds:uri="cf5f2b4c-ceff-48b8-acfd-b6c7cb4e26a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4C6406-39F0-4F36-B3D7-F12E598C196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25A2D76-B89D-43D9-81CC-F73DB603259F}">
  <ds:schemaRefs>
    <ds:schemaRef ds:uri="http://schemas.microsoft.com/office/2006/metadata/properties"/>
    <ds:schemaRef ds:uri="http://schemas.microsoft.com/office/infopath/2007/PartnerControls"/>
    <ds:schemaRef ds:uri="cf5f2b4c-ceff-48b8-acfd-b6c7cb4e26ae"/>
    <ds:schemaRef ds:uri="230e2427-5d80-4bd2-a9ba-53805cfde8a4"/>
    <ds:schemaRef ds:uri="1ca3a96b-b23d-4c07-a046-fd4d14ce6620"/>
    <ds:schemaRef ds:uri="a8a82409-9548-47b3-a351-d7495594f3c8"/>
    <ds:schemaRef ds:uri="10066eb3-b94a-427c-b89d-d16a460a60f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5869</TotalTime>
  <Words>252</Words>
  <Application>Microsoft Office PowerPoint</Application>
  <PresentationFormat>Widescreen</PresentationFormat>
  <Paragraphs>56</Paragraphs>
  <Slides>10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9" baseType="lpstr">
      <vt:lpstr>Aharoni</vt:lpstr>
      <vt:lpstr>Wingdings</vt:lpstr>
      <vt:lpstr>Arial Black</vt:lpstr>
      <vt:lpstr>Calibri Light</vt:lpstr>
      <vt:lpstr>Verdana</vt:lpstr>
      <vt:lpstr>Arial</vt:lpstr>
      <vt:lpstr>Branding Black</vt:lpstr>
      <vt:lpstr>Calibri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Senai</dc:title>
  <dc:creator>Sergio Luiz Da Silveira</dc:creator>
  <cp:lastModifiedBy>GUSTAVO TOBLER</cp:lastModifiedBy>
  <cp:revision>269</cp:revision>
  <dcterms:created xsi:type="dcterms:W3CDTF">2022-03-17T13:16:59Z</dcterms:created>
  <dcterms:modified xsi:type="dcterms:W3CDTF">2025-09-08T16:52:28Z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0x0101003014CAD5C0D95047AD87A6CEF9A0ED6F</vt:lpwstr>
  </property>
  <property fmtid="{D5CDD505-2E9C-101B-9397-08002B2CF9AE}" pid="3" name="MediaServiceImageTags">
    <vt:lpwstr/>
  </property>
</Properties>
</file>