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sldIdLst>
    <p:sldId id="256" r:id="rId5"/>
    <p:sldId id="561" r:id="rId6"/>
    <p:sldId id="316" r:id="rId7"/>
    <p:sldId id="551" r:id="rId8"/>
    <p:sldId id="562" r:id="rId9"/>
    <p:sldId id="552" r:id="rId10"/>
    <p:sldId id="557" r:id="rId11"/>
    <p:sldId id="558" r:id="rId12"/>
    <p:sldId id="554" r:id="rId13"/>
    <p:sldId id="559" r:id="rId14"/>
    <p:sldId id="560" r:id="rId15"/>
    <p:sldId id="548" r:id="rId16"/>
  </p:sldIdLst>
  <p:sldSz cx="12192000" cy="6858000"/>
  <p:notesSz cx="6858000" cy="9144000"/>
  <p:embeddedFontLst>
    <p:embeddedFont>
      <p:font typeface="Aharoni" panose="02010803020104030203" pitchFamily="2" charset="-79"/>
      <p:bold r:id="rId18"/>
    </p:embeddedFont>
    <p:embeddedFont>
      <p:font typeface="Arial Black" panose="020B0A04020102020204" pitchFamily="34" charset="0"/>
      <p:bold r:id="rId19"/>
    </p:embeddedFont>
    <p:embeddedFont>
      <p:font typeface="Branding Black" panose="00000A00000000000000" charset="0"/>
      <p:bold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3333FF"/>
    <a:srgbClr val="E7428F"/>
    <a:srgbClr val="005CA8"/>
    <a:srgbClr val="14233C"/>
    <a:srgbClr val="00FF99"/>
    <a:srgbClr val="0000CC"/>
    <a:srgbClr val="14143C"/>
    <a:srgbClr val="FFFFFF"/>
    <a:srgbClr val="063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F21AD-6F4F-41F7-8CB9-ADFA948295D1}" v="40" dt="2022-12-21T03:13:5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574" autoAdjust="0"/>
  </p:normalViewPr>
  <p:slideViewPr>
    <p:cSldViewPr snapToGrid="0">
      <p:cViewPr varScale="1">
        <p:scale>
          <a:sx n="51" d="100"/>
          <a:sy n="51" d="100"/>
        </p:scale>
        <p:origin x="1458" y="6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9325-8DA9-46CE-96CB-F32884D73040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7F27-17E6-486A-807B-6CDDD6006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8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52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2BDF-55A3-4359-BA31-FE5A8707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755FA-CE4D-4C1E-A2DB-8B523A43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36673-EAD0-4ECD-9F10-0439BB84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FC3D2-526E-4C2B-865F-3445215C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8C97B-E882-4DD1-9D4A-082710D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B4F5-F576-4336-AB2C-79756B5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EB364-8B5D-498F-AA08-28AC6DDF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C703B3-D1A9-4247-A00F-3B2728F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5DB94-B547-4728-AC1C-E53065D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A2F54-2E27-4953-BACE-AE13B0E2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B7F82-3D00-4F26-8981-57D79D7C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372C0-6A2C-432B-9089-47796566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E79C-E377-4DA2-809C-2DD48049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C8312-30D6-40A6-AE5E-22D0D153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D5530-B4A4-4B7E-BE04-F268B757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51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EAA91-972E-43AD-935B-FF3C50D5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4CBC-A609-407D-B2EB-20429A723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39730-187A-4DC3-A51D-7C0C7F01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C629C-E5A5-4A51-A963-0D3CDD8A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29704-CF6F-4C1C-8121-F60577A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04E341-3670-4B07-93A9-D98AC0B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5CFC-6AAC-40F7-A918-5854BFF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A649A-2E95-478C-A5A1-722AA7A0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3F62C3-8649-4D0B-B304-29477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198DCF-49F7-4573-89EE-9E805C709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B5089-9445-4E46-814C-10BAC4C50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CF16FB-52AB-47A5-90F8-0005AFA9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6CDFE-9004-47E6-A90F-2D8FA4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F2D4C0-ACC1-495C-A975-3EC3663D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29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23C3-2049-4956-902E-96979F1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2D2F5-936E-47EF-B814-EC21D013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F4FC0-4572-49B8-BA7B-0A4E429C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829344-4808-4C1A-9050-839C50AF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C7297-4CB5-43CC-A966-E66AA7E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4364DA-502F-4EC2-A1D3-BD6E92B1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6589A4-E47B-49F0-AA39-43659716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A515-43EF-43CF-8E42-5F33E40A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1A49-343C-43CA-BB81-D49E5373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5682B4-8B98-4DB7-85BB-EA8DB8CD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E9BBA-C075-4623-AB75-D2917758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9C316-E81A-46C8-9C6A-904DEBD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1C8F5-E3ED-461E-9FE9-B58E2C4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232B-D5E6-4D1F-9B63-C8BA5073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495430-687C-4BEC-B052-693A7F37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74E9-A123-48F0-93EA-D084BBA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52C1B-FAA1-440A-89BC-EBC6195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B23D3-7B13-4A89-90D9-CA9426D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D7791-FAE3-445A-BE6D-F96A2DF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8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BBD3-4ADB-47C2-ACCE-C2C4A14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86541-0DA2-433C-8B93-B6F82AD1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DCCF4-C36D-4AB0-B312-FD43FE5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0D0A6B-71DF-4DF7-9DDB-85AD33E1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88E9C3-E0FA-408B-BA96-FC61415C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1F0B3-9322-40CD-A0D6-06C5123A4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9A878F-C9A0-47F4-BBC6-725E9B679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7D25A-E614-471D-85C8-F8EC1CC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1F79-DF67-42CB-9203-6B07D1FF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EDA0E-35E4-40CC-A120-47D810A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4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437514-29E1-4584-9726-F84BB3B9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1F8FE-BF05-42FE-8B1E-007684C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7ED45-0F6A-4268-8038-905D90C3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1D2C6-0C19-402A-B6FC-03CA42DF813C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E3C11-BBE0-4DD0-B0F8-9CE7F5C4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BBF59-9448-4D5E-8ABB-608DFDEF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6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35" y="-4373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2055162" y="2630043"/>
            <a:ext cx="8495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PADARIA DO ALEMÃO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9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35" y="-4373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2081516" y="1920214"/>
            <a:ext cx="84956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Gustavo </a:t>
            </a:r>
            <a:r>
              <a:rPr lang="pt-BR" sz="40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Tobler</a:t>
            </a:r>
            <a:endParaRPr lang="pt-BR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Ian Lucas Borba</a:t>
            </a:r>
          </a:p>
          <a:p>
            <a:pPr algn="ctr"/>
            <a:r>
              <a:rPr lang="pt-BR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Júlia Borges </a:t>
            </a:r>
            <a:r>
              <a:rPr lang="pt-BR" sz="40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Pavlick</a:t>
            </a:r>
            <a:endParaRPr lang="pt-BR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João Paulo </a:t>
            </a:r>
            <a:r>
              <a:rPr lang="pt-BR" sz="40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Varaldo</a:t>
            </a:r>
            <a:r>
              <a:rPr lang="pt-BR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3BABB8-3460-EF83-02FA-CC8B0E8815ED}"/>
              </a:ext>
            </a:extLst>
          </p:cNvPr>
          <p:cNvSpPr txBox="1"/>
          <p:nvPr/>
        </p:nvSpPr>
        <p:spPr>
          <a:xfrm>
            <a:off x="630850" y="540829"/>
            <a:ext cx="109310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Orientações sobre a formatação dos SLIDES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F62352-6B64-4B9A-C9A2-82FFFDCB1D14}"/>
              </a:ext>
            </a:extLst>
          </p:cNvPr>
          <p:cNvSpPr txBox="1"/>
          <p:nvPr/>
        </p:nvSpPr>
        <p:spPr>
          <a:xfrm>
            <a:off x="516628" y="2617051"/>
            <a:ext cx="111587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Titulo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 - Tamanho </a:t>
            </a: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44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, Fonte </a:t>
            </a: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Texto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– Tamanho </a:t>
            </a: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32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(mínimo) – Fonte </a:t>
            </a:r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Verdana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796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fundo do SLIDE escuro, FONTE deve ser clara;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fundo do SLIDE claro, FONTE deve ser escura.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EVITE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ANIMAÇÃO  e TRANSIÇÃO.  </a:t>
            </a:r>
          </a:p>
        </p:txBody>
      </p:sp>
    </p:spTree>
    <p:extLst>
      <p:ext uri="{BB962C8B-B14F-4D97-AF65-F5344CB8AC3E}">
        <p14:creationId xmlns:p14="http://schemas.microsoft.com/office/powerpoint/2010/main" val="234593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E6C731-78CF-43DC-65CF-DE97769BB70B}"/>
              </a:ext>
            </a:extLst>
          </p:cNvPr>
          <p:cNvSpPr txBox="1"/>
          <p:nvPr/>
        </p:nvSpPr>
        <p:spPr>
          <a:xfrm>
            <a:off x="2271688" y="345653"/>
            <a:ext cx="7376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</a:rPr>
              <a:t>INTRODUÇAO SOBRE O SISTEMA</a:t>
            </a:r>
          </a:p>
          <a:p>
            <a:pPr algn="ctr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</a:rPr>
              <a:t>O que é?</a:t>
            </a:r>
          </a:p>
          <a:p>
            <a:pPr algn="ctr"/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</a:rPr>
              <a:t>O que faz?</a:t>
            </a:r>
          </a:p>
        </p:txBody>
      </p:sp>
    </p:spTree>
    <p:extLst>
      <p:ext uri="{BB962C8B-B14F-4D97-AF65-F5344CB8AC3E}">
        <p14:creationId xmlns:p14="http://schemas.microsoft.com/office/powerpoint/2010/main" val="116943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229632F-8D90-6195-9CDD-F470141FAAC6}"/>
              </a:ext>
            </a:extLst>
          </p:cNvPr>
          <p:cNvSpPr txBox="1"/>
          <p:nvPr/>
        </p:nvSpPr>
        <p:spPr>
          <a:xfrm>
            <a:off x="1234206" y="1237048"/>
            <a:ext cx="1036523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A Padaria do Alemão, fundada há mais de 95 anos, é uma referência local que oferece pães, bolos e diversos produtos de café, mantendo receitas tradicionais e atendimento de qualidade.</a:t>
            </a:r>
          </a:p>
        </p:txBody>
      </p:sp>
    </p:spTree>
    <p:extLst>
      <p:ext uri="{BB962C8B-B14F-4D97-AF65-F5344CB8AC3E}">
        <p14:creationId xmlns:p14="http://schemas.microsoft.com/office/powerpoint/2010/main" val="299404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BFF9FC-13A5-2497-E5D0-DB508CE1327B}"/>
              </a:ext>
            </a:extLst>
          </p:cNvPr>
          <p:cNvSpPr txBox="1"/>
          <p:nvPr/>
        </p:nvSpPr>
        <p:spPr>
          <a:xfrm>
            <a:off x="615428" y="2431853"/>
            <a:ext cx="1112128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BANCO DE DADOS</a:t>
            </a:r>
          </a:p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796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Imagem do MRN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algn="ctr"/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Explicação sobre Ele;</a:t>
            </a:r>
          </a:p>
          <a:p>
            <a:pPr algn="ctr"/>
            <a:r>
              <a:rPr lang="pt-BR" sz="2800" dirty="0">
                <a:latin typeface="Verdana" panose="020B0604030504040204" pitchFamily="34" charset="0"/>
                <a:ea typeface="Verdana" panose="020B0604030504040204" pitchFamily="34" charset="0"/>
              </a:rPr>
              <a:t>(Tabelas e Campos, Relacionamento entre as tabelas)</a:t>
            </a:r>
          </a:p>
        </p:txBody>
      </p:sp>
    </p:spTree>
    <p:extLst>
      <p:ext uri="{BB962C8B-B14F-4D97-AF65-F5344CB8AC3E}">
        <p14:creationId xmlns:p14="http://schemas.microsoft.com/office/powerpoint/2010/main" val="340332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F094C35-F076-57E3-285B-9B664512718D}"/>
              </a:ext>
            </a:extLst>
          </p:cNvPr>
          <p:cNvSpPr txBox="1"/>
          <p:nvPr/>
        </p:nvSpPr>
        <p:spPr>
          <a:xfrm>
            <a:off x="615428" y="2431853"/>
            <a:ext cx="11121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DIAGRAMA DO CASO DE USO (GERAL)</a:t>
            </a:r>
          </a:p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796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Imagem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algn="ctr"/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Explicação sobre Ele;</a:t>
            </a:r>
          </a:p>
        </p:txBody>
      </p:sp>
    </p:spTree>
    <p:extLst>
      <p:ext uri="{BB962C8B-B14F-4D97-AF65-F5344CB8AC3E}">
        <p14:creationId xmlns:p14="http://schemas.microsoft.com/office/powerpoint/2010/main" val="98465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E73C538-7322-D3FE-2D45-F38951041EBE}"/>
              </a:ext>
            </a:extLst>
          </p:cNvPr>
          <p:cNvSpPr txBox="1"/>
          <p:nvPr/>
        </p:nvSpPr>
        <p:spPr>
          <a:xfrm>
            <a:off x="615428" y="1877856"/>
            <a:ext cx="111212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PROTOTIPAÇÃO DO SISTEMA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796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Imagem</a:t>
            </a: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algn="ctr"/>
            <a:endParaRPr lang="pt-B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Explicação sobre o que é 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Explicação da navegabilidade entre as telas;</a:t>
            </a:r>
          </a:p>
        </p:txBody>
      </p:sp>
    </p:spTree>
    <p:extLst>
      <p:ext uri="{BB962C8B-B14F-4D97-AF65-F5344CB8AC3E}">
        <p14:creationId xmlns:p14="http://schemas.microsoft.com/office/powerpoint/2010/main" val="627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FDC6AC-1BEC-5AB8-1A27-461C659F4272}"/>
              </a:ext>
            </a:extLst>
          </p:cNvPr>
          <p:cNvSpPr txBox="1"/>
          <p:nvPr/>
        </p:nvSpPr>
        <p:spPr>
          <a:xfrm>
            <a:off x="615428" y="1877856"/>
            <a:ext cx="111212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APRESENTAÇAO DO SISTEMA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Exibir o Sistema;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Realizar CRUD no Sistema;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Explicar as ações que está sendo realizada no sistema.</a:t>
            </a:r>
          </a:p>
        </p:txBody>
      </p:sp>
    </p:spTree>
    <p:extLst>
      <p:ext uri="{BB962C8B-B14F-4D97-AF65-F5344CB8AC3E}">
        <p14:creationId xmlns:p14="http://schemas.microsoft.com/office/powerpoint/2010/main" val="102535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8510107-E3C6-DF5A-475A-F560311510F8}"/>
              </a:ext>
            </a:extLst>
          </p:cNvPr>
          <p:cNvSpPr txBox="1"/>
          <p:nvPr/>
        </p:nvSpPr>
        <p:spPr>
          <a:xfrm>
            <a:off x="615428" y="3136612"/>
            <a:ext cx="11121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CONCLUSAO</a:t>
            </a:r>
          </a:p>
        </p:txBody>
      </p:sp>
    </p:spTree>
    <p:extLst>
      <p:ext uri="{BB962C8B-B14F-4D97-AF65-F5344CB8AC3E}">
        <p14:creationId xmlns:p14="http://schemas.microsoft.com/office/powerpoint/2010/main" val="43655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FF65A0-369C-D42D-38F3-4267C6F783A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50B366E-ADF9-41FB-D956-C09E85EEAAD6}"/>
              </a:ext>
            </a:extLst>
          </p:cNvPr>
          <p:cNvSpPr txBox="1"/>
          <p:nvPr/>
        </p:nvSpPr>
        <p:spPr>
          <a:xfrm>
            <a:off x="615428" y="1877856"/>
            <a:ext cx="111212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AGRADECIMENTOS</a:t>
            </a:r>
          </a:p>
          <a:p>
            <a:pPr algn="ctr"/>
            <a:endParaRPr lang="pt-B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Jesus Cristo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Kerry King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Marcio Senhorinha</a:t>
            </a:r>
          </a:p>
        </p:txBody>
      </p:sp>
    </p:spTree>
    <p:extLst>
      <p:ext uri="{BB962C8B-B14F-4D97-AF65-F5344CB8AC3E}">
        <p14:creationId xmlns:p14="http://schemas.microsoft.com/office/powerpoint/2010/main" val="85527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ABC419-57D1-DC08-DEDD-10F41CB6B7FD}"/>
              </a:ext>
            </a:extLst>
          </p:cNvPr>
          <p:cNvSpPr txBox="1"/>
          <p:nvPr/>
        </p:nvSpPr>
        <p:spPr>
          <a:xfrm>
            <a:off x="666044" y="1898768"/>
            <a:ext cx="108599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FIM.</a:t>
            </a:r>
          </a:p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854445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14CAD5C0D95047AD87A6CEF9A0ED6F" ma:contentTypeVersion="11" ma:contentTypeDescription="Crie um novo documento." ma:contentTypeScope="" ma:versionID="0eaeb304f0019e33f865282dd94b7faa">
  <xsd:schema xmlns:xsd="http://www.w3.org/2001/XMLSchema" xmlns:xs="http://www.w3.org/2001/XMLSchema" xmlns:p="http://schemas.microsoft.com/office/2006/metadata/properties" xmlns:ns2="230e2427-5d80-4bd2-a9ba-53805cfde8a4" xmlns:ns3="cf5f2b4c-ceff-48b8-acfd-b6c7cb4e26ae" targetNamespace="http://schemas.microsoft.com/office/2006/metadata/properties" ma:root="true" ma:fieldsID="9583cfaf6218e9ef312e531a09f9933a" ns2:_="" ns3:_="">
    <xsd:import namespace="230e2427-5d80-4bd2-a9ba-53805cfde8a4"/>
    <xsd:import namespace="cf5f2b4c-ceff-48b8-acfd-b6c7cb4e2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2427-5d80-4bd2-a9ba-53805cfde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f2b4c-ceff-48b8-acfd-b6c7cb4e2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Coluna Global de Taxonomia" ma:hidden="true" ma:list="{1a311de7-e6e4-47ae-b214-720c4e04d295}" ma:internalName="TaxCatchAll" ma:showField="CatchAllData" ma:web="cf5f2b4c-ceff-48b8-acfd-b6c7cb4e2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5f2b4c-ceff-48b8-acfd-b6c7cb4e26ae" xsi:nil="true"/>
    <lcf76f155ced4ddcb4097134ff3c332f xmlns="230e2427-5d80-4bd2-a9ba-53805cfde8a4">
      <Terms xmlns="http://schemas.microsoft.com/office/infopath/2007/PartnerControls"/>
    </lcf76f155ced4ddcb4097134ff3c332f>
    <SharedWithUsers xmlns="cf5f2b4c-ceff-48b8-acfd-b6c7cb4e26ae">
      <UserInfo>
        <DisplayName>Marcos Paulo Carvalho De Oliveira</DisplayName>
        <AccountId>9264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54C6406-39F0-4F36-B3D7-F12E598C19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CD03E9-41C4-42C6-A5E8-47AC9D6E1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e2427-5d80-4bd2-a9ba-53805cfde8a4"/>
    <ds:schemaRef ds:uri="cf5f2b4c-ceff-48b8-acfd-b6c7cb4e2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5A2D76-B89D-43D9-81CC-F73DB603259F}">
  <ds:schemaRefs>
    <ds:schemaRef ds:uri="http://schemas.microsoft.com/office/2006/metadata/properties"/>
    <ds:schemaRef ds:uri="http://schemas.microsoft.com/office/infopath/2007/PartnerControls"/>
    <ds:schemaRef ds:uri="cf5f2b4c-ceff-48b8-acfd-b6c7cb4e26ae"/>
    <ds:schemaRef ds:uri="230e2427-5d80-4bd2-a9ba-53805cfde8a4"/>
    <ds:schemaRef ds:uri="1ca3a96b-b23d-4c07-a046-fd4d14ce6620"/>
    <ds:schemaRef ds:uri="a8a82409-9548-47b3-a351-d7495594f3c8"/>
    <ds:schemaRef ds:uri="10066eb3-b94a-427c-b89d-d16a460a60f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5792</TotalTime>
  <Words>340</Words>
  <Application>Microsoft Office PowerPoint</Application>
  <PresentationFormat>Widescreen</PresentationFormat>
  <Paragraphs>66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Branding Black</vt:lpstr>
      <vt:lpstr>Calibri</vt:lpstr>
      <vt:lpstr>Aharoni</vt:lpstr>
      <vt:lpstr>Wingdings</vt:lpstr>
      <vt:lpstr>Arial Black</vt:lpstr>
      <vt:lpstr>Calibri Light</vt:lpstr>
      <vt:lpstr>Verdana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Senai</dc:title>
  <dc:creator>Sergio Luiz Da Silveira</dc:creator>
  <cp:lastModifiedBy>GUSTAVO TOBLER</cp:lastModifiedBy>
  <cp:revision>266</cp:revision>
  <dcterms:created xsi:type="dcterms:W3CDTF">2022-03-17T13:16:59Z</dcterms:created>
  <dcterms:modified xsi:type="dcterms:W3CDTF">2025-09-04T20:10:22Z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0x0101003014CAD5C0D95047AD87A6CEF9A0ED6F</vt:lpwstr>
  </property>
  <property fmtid="{D5CDD505-2E9C-101B-9397-08002B2CF9AE}" pid="3" name="MediaServiceImageTags">
    <vt:lpwstr/>
  </property>
</Properties>
</file>